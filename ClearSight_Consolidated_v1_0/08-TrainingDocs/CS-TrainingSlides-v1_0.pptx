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ClearSight Training Session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Version 1.0</a:t>
            </a:r>
          </a:p>
          <a:p>
            <a:r>
              <a:t>Trainer: [Name]</a:t>
            </a:r>
          </a:p>
          <a:p>
            <a:r>
              <a:t>Date: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200"/>
            </a:pPr>
            <a:r>
              <a:t>Introduction to ClearSight</a:t>
            </a:r>
          </a:p>
          <a:p>
            <a:pPr>
              <a:defRPr sz="1200"/>
            </a:pPr>
            <a:r>
              <a:t>Logging in &amp; Role Selection</a:t>
            </a:r>
          </a:p>
          <a:p>
            <a:pPr>
              <a:defRPr sz="1200"/>
            </a:pPr>
            <a:r>
              <a:t>Creating and Tracking Boards</a:t>
            </a:r>
          </a:p>
          <a:p>
            <a:pPr>
              <a:defRPr sz="1200"/>
            </a:pPr>
            <a:r>
              <a:t>Moving Boards Between Stages</a:t>
            </a:r>
          </a:p>
          <a:p>
            <a:pPr>
              <a:defRPr sz="1200"/>
            </a:pPr>
            <a:r>
              <a:t>Handling Rework</a:t>
            </a:r>
          </a:p>
          <a:p>
            <a:pPr>
              <a:defRPr sz="1200"/>
            </a:pPr>
            <a:r>
              <a:t>Floor Manager Dashboard</a:t>
            </a:r>
          </a:p>
          <a:p>
            <a:pPr>
              <a:defRPr sz="1200"/>
            </a:pPr>
            <a:r>
              <a:t>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ClearSight is a stage-wise production tracking system.</a:t>
            </a:r>
          </a:p>
          <a:p>
            <a:pPr>
              <a:defRPr sz="1200"/>
            </a:pPr>
            <a:r>
              <a:t>Assigns unique serial numbers</a:t>
            </a:r>
          </a:p>
          <a:p>
            <a:pPr>
              <a:defRPr sz="1200"/>
            </a:pPr>
            <a:r>
              <a:t>Tracks SKUs with ERP linkage</a:t>
            </a:r>
          </a:p>
          <a:p>
            <a:pPr>
              <a:defRPr sz="1200"/>
            </a:pPr>
            <a:r>
              <a:t>Monitors board progress</a:t>
            </a:r>
          </a:p>
          <a:p>
            <a:pPr>
              <a:defRPr sz="1200"/>
            </a:pPr>
            <a:r>
              <a:t>Provides accountability logs</a:t>
            </a:r>
          </a:p>
          <a:p>
            <a:pPr>
              <a:defRPr sz="1200"/>
            </a:pPr>
            <a:r>
              <a:t>Supports multi-product lines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Refer to 'CS-UI-Wireframe-Dashboard-v1_0.png' for placeholder layout.</a:t>
            </a:r>
          </a:p>
          <a:p>
            <a:pPr>
              <a:defRPr sz="1200"/>
            </a:pPr>
            <a:r>
              <a:t>Live stage counts, search/filter, and performance summaries.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Board Details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Refer to 'CS-UI-Wireframe-BoardDetails-v1_0.png' for placeholder layout.</a:t>
            </a:r>
          </a:p>
          <a:p>
            <a:pPr>
              <a:defRPr sz="1200"/>
            </a:pPr>
            <a:r>
              <a:t>Serial number, SKU, ERP data, action history, rework logs.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Rework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Steps for handling rework:</a:t>
            </a:r>
          </a:p>
          <a:p>
            <a:pPr>
              <a:defRPr sz="1200"/>
            </a:pPr>
            <a:r>
              <a:t>Mark board as 'Rework Required'.</a:t>
            </a:r>
          </a:p>
          <a:p>
            <a:pPr>
              <a:defRPr sz="1200"/>
            </a:pPr>
            <a:r>
              <a:t>Return to soldering station.</a:t>
            </a:r>
          </a:p>
          <a:p>
            <a:pPr>
              <a:defRPr sz="1200"/>
            </a:pPr>
            <a:r>
              <a:t>Re-test after fixes.</a:t>
            </a:r>
          </a:p>
          <a:p>
            <a:pPr>
              <a:defRPr sz="1200"/>
            </a:pPr>
            <a:r>
              <a:t>Update stage in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